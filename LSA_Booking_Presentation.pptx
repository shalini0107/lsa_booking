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508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Shalini Hariharan   |   shalinih001@gmail.com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A89C"/>
                </a:solidFill>
                <a:latin typeface="Calibri"/>
              </a:rPr>
              <a:t>HABOTCONNECT — PYTHON BACKEND DEVELOPER HIRING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LSA Service Booking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7D6DC"/>
                </a:solidFill>
                <a:latin typeface="Calibri"/>
              </a:rPr>
              <a:t>A Django + DRF backend for booking Learning Support Assistants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A89C"/>
                </a:solidFill>
                <a:latin typeface="Calibri"/>
              </a:rPr>
              <a:t>Repository: github.com/Shalini0107/lsa_booking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Shalini Hariharan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D0"/>
                </a:solidFill>
                <a:latin typeface="Calibri"/>
              </a:rPr>
              <a:t>shalinih001@gmail.com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309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8C8D0"/>
                </a:solidFill>
                <a:latin typeface="Calibri"/>
              </a:rPr>
              <a:t>11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02/15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1A1F24"/>
                </a:solidFill>
                <a:latin typeface="Calibri"/>
              </a:rPr>
              <a:t>— Project overview &amp; objectives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A1F24"/>
                </a:solidFill>
                <a:latin typeface="Calibri"/>
              </a:rPr>
              <a:t>— Tech stack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A1F24"/>
                </a:solidFill>
                <a:latin typeface="Calibri"/>
              </a:rPr>
              <a:t>— Architecture (MVT)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A1F24"/>
                </a:solidFill>
                <a:latin typeface="Calibri"/>
              </a:rPr>
              <a:t>— Database design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A1F24"/>
                </a:solidFill>
                <a:latin typeface="Calibri"/>
              </a:rPr>
              <a:t>— API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1A1F24"/>
                </a:solidFill>
                <a:latin typeface="Calibri"/>
              </a:rPr>
              <a:t>— Double-booking prevention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A1F24"/>
                </a:solidFill>
                <a:latin typeface="Calibri"/>
              </a:rPr>
              <a:t>— N+1 query optimization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A1F24"/>
                </a:solidFill>
                <a:latin typeface="Calibri"/>
              </a:rPr>
              <a:t>— External service integration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A1F24"/>
                </a:solidFill>
                <a:latin typeface="Calibri"/>
              </a:rPr>
              <a:t>— Testing &amp; CI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A1F24"/>
                </a:solidFill>
                <a:latin typeface="Calibri"/>
              </a:rPr>
              <a:t>— Key decisions, assumptions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This Module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03/15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4"/>
                </a:solidFill>
                <a:latin typeface="Calibri"/>
              </a:rPr>
              <a:t>Parents book time with LSAs (Learning Support Assistants) for children with learning difficulties. This module owns three responsibilities: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3520440" cy="356616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377440"/>
            <a:ext cx="3520440" cy="73152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A89C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546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2A43"/>
                </a:solidFill>
                <a:latin typeface="Calibri"/>
              </a:rPr>
              <a:t>Create &amp; Validate Bookings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B6B73"/>
                </a:solidFill>
                <a:latin typeface="Calibri"/>
              </a:rPr>
              <a:t>Take a booking request, validate it, verify the LSA externally, and reject anything that overlaps an existing booking for that LSA.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2377440"/>
            <a:ext cx="3520440" cy="356616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377440"/>
            <a:ext cx="3520440" cy="73152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60604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A89C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1546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2A43"/>
                </a:solidFill>
                <a:latin typeface="Calibri"/>
              </a:rPr>
              <a:t>Search Available LSAs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88620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B6B73"/>
                </a:solidFill>
                <a:latin typeface="Calibri"/>
              </a:rPr>
              <a:t>Let a client search for available LSAs, filtered by skill, without an N+1 query per LSA.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377440"/>
            <a:ext cx="3520440" cy="356616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377440"/>
            <a:ext cx="3520440" cy="73152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2606040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A89C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154680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F2A43"/>
                </a:solidFill>
                <a:latin typeface="Calibri"/>
              </a:rPr>
              <a:t>Process Payment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886200"/>
            <a:ext cx="3063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B6B73"/>
                </a:solidFill>
                <a:latin typeface="Calibri"/>
              </a:rPr>
              <a:t>Accept a mock payment gateway webhook and transition the linked booking's status accordingly.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04/15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881360" cy="7772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190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1907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Calibri"/>
              </a:rPr>
              <a:t>Python 3.10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331720"/>
            <a:ext cx="10881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9631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9631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Calibri"/>
              </a:rPr>
              <a:t>Django 5.2 + Django REST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08960"/>
            <a:ext cx="10881360" cy="7772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7355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7355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Calibri"/>
              </a:rPr>
              <a:t>MySQL 8.0 (local dev and CI — no SQLite substitution)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0881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5079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HTTP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05079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Calibri"/>
              </a:rPr>
              <a:t>requests — mock external verification 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63440"/>
            <a:ext cx="10881360" cy="77724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2803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82803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Calibri"/>
              </a:rPr>
              <a:t>Django's unittest-based TestCase (22 tests)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40680"/>
            <a:ext cx="108813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05272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60527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Calibri"/>
              </a:rPr>
              <a:t>GitHub Actions, against a real MySQL service container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MVT, Not MVC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05/15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1">
                <a:solidFill>
                  <a:srgbClr val="5B6B73"/>
                </a:solidFill>
                <a:latin typeface="Calibri"/>
              </a:rPr>
              <a:t>Django follows Model-View-Template. The View plays MVC's Controller role; the Serializer takes over presentation.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965960"/>
          <a:ext cx="10881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6126480"/>
              </a:tblGrid>
              <a:tr h="4800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MVC concept</a:t>
                      </a:r>
                    </a:p>
                  </a:txBody>
                  <a:tcPr anchor="ctr" marL="109728" marR="109728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MVT equivalent</a:t>
                      </a:r>
                    </a:p>
                  </a:txBody>
                  <a:tcPr anchor="ctr" marL="109728" marR="109728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 here</a:t>
                      </a:r>
                    </a:p>
                  </a:txBody>
                  <a:tcPr anchor="ctr" marL="109728" marR="109728">
                    <a:solidFill>
                      <a:srgbClr val="0F2A4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4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4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4"/>
                          </a:solidFill>
                        </a:defRPr>
                      </a:pPr>
                      <a:r>
                        <a:t>Parent, LSAProfile, Skill, BookingRequest, Payment — only layer touching the DB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4"/>
                          </a:solidFill>
                        </a:defRPr>
                      </a:pPr>
                      <a:r>
                        <a:t>Controller</a:t>
                      </a:r>
                    </a:p>
                  </a:txBody>
                  <a:tcPr anchor="ctr" marL="109728" marR="109728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4"/>
                          </a:solidFill>
                        </a:defRPr>
                      </a:pPr>
                      <a:r>
                        <a:t>View</a:t>
                      </a:r>
                    </a:p>
                  </a:txBody>
                  <a:tcPr anchor="ctr" marL="109728" marR="109728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4"/>
                          </a:solidFill>
                        </a:defRPr>
                      </a:pPr>
                      <a:r>
                        <a:t>BookingCreateView, LSASearchView, PaymentWebhookView — orchestrate logic</a:t>
                      </a:r>
                    </a:p>
                  </a:txBody>
                  <a:tcPr anchor="ctr" marL="109728" marR="109728">
                    <a:solidFill>
                      <a:srgbClr val="F6F8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4"/>
                          </a:solidFill>
                        </a:defRPr>
                      </a:pPr>
                      <a:r>
                        <a:t>View (render)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4"/>
                          </a:solidFill>
                        </a:defRPr>
                      </a:pPr>
                      <a:r>
                        <a:t>Serializer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F24"/>
                          </a:solidFill>
                        </a:defRPr>
                      </a:pPr>
                      <a:r>
                        <a:t>No templates — serializers render JSON and validate input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4297680"/>
            <a:ext cx="1417320" cy="86868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455371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2A43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21992" y="4297680"/>
            <a:ext cx="1417320" cy="86868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URL Router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55371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2A43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95344" y="4297680"/>
            <a:ext cx="1417320" cy="86868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BookingCreateView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2664" y="455371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2A43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68696" y="4297680"/>
            <a:ext cx="1417320" cy="86868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Serializer
(validate)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455371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2A43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4297680"/>
            <a:ext cx="1417320" cy="86868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External
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9368" y="455371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2A43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4297680"/>
            <a:ext cx="1417320" cy="868680"/>
          </a:xfrm>
          <a:prstGeom prst="rect">
            <a:avLst/>
          </a:prstGeom>
          <a:solidFill>
            <a:srgbClr val="1E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ORM
(atomic)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455371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F2A43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88752" y="4297680"/>
            <a:ext cx="1417320" cy="86868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Client
(JSON)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B6B73"/>
                </a:solidFill>
                <a:latin typeface="Calibri"/>
              </a:rPr>
              <a:t>Business logic (overlap check, row lock, external call) lives in the View — the Model stays a thin data definition.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Database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06/15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2148840" cy="4572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Parent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2148840" cy="1115568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id (PK)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78608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email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1488" y="1463040"/>
            <a:ext cx="2148840" cy="4572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151790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LSA_Profile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1488" y="1920240"/>
            <a:ext cx="2148840" cy="1426464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8648" y="199339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id (PK)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286000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2578608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is_available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2871216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skills (M2M)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0056" y="1463040"/>
            <a:ext cx="2148840" cy="4572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0056" y="151790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0056" y="1920240"/>
            <a:ext cx="2148840" cy="80467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7216" y="199339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id (PK)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2286000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name (unique)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78624" y="1463040"/>
            <a:ext cx="2148840" cy="4572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8624" y="151790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Booking_Request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78624" y="1920240"/>
            <a:ext cx="2148840" cy="2048256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15784" y="199339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id (PK)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784" y="2286000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parent_id (FK)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5784" y="2578608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lsa_id (FK)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5784" y="2871216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start_time / end_time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5784" y="3163824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status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5784" y="345643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CHECK(start&lt;end)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37192" y="1463040"/>
            <a:ext cx="2148840" cy="4572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37192" y="1517904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Payment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37192" y="1920240"/>
            <a:ext cx="2148840" cy="173736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74352" y="1993392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id (PK)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2286000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booking_id (FK, 1:1)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4352" y="2578608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amount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4352" y="2871216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status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74352" y="3163824"/>
            <a:ext cx="1874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F24"/>
                </a:solidFill>
                <a:latin typeface="Calibri"/>
              </a:rPr>
              <a:t>provider_reference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160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libri"/>
              </a:rPr>
              <a:t>Relationships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5262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1A1F24"/>
                </a:solidFill>
                <a:latin typeface="Calibri"/>
              </a:rPr>
              <a:t>— Parent  1 —── N  Booking_Request   (FK on_delete=CASCADE)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A1F24"/>
                </a:solidFill>
                <a:latin typeface="Calibri"/>
              </a:rPr>
              <a:t>— LSA_Profile  1 —── N  Booking_Request   (FK on_delete=CASCADE)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A1F24"/>
                </a:solidFill>
                <a:latin typeface="Calibri"/>
              </a:rPr>
              <a:t>— LSA_Profile  N —── N  Skill   (many-to-many, via prefetch_related for N+1 safety)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A1F24"/>
                </a:solidFill>
                <a:latin typeface="Calibri"/>
              </a:rPr>
              <a:t>— Booking_Request  1 —── 1  Payment   (OneToOneField, stretch goal)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5B6B73"/>
                </a:solidFill>
                <a:latin typeface="Calibri"/>
              </a:rPr>
              <a:t>Indexed: FK columns, status, and start_time/end_time — the columns the overlap query and search filter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API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07/15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63040"/>
          <a:ext cx="111556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108960"/>
                <a:gridCol w="438912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 &amp; Path</a:t>
                      </a:r>
                    </a:p>
                  </a:txBody>
                  <a:tcPr anchor="ctr" marL="109728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anchor="ctr" marL="109728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responses</a:t>
                      </a:r>
                    </a:p>
                  </a:txBody>
                  <a:tcPr anchor="ctr" marL="109728">
                    <a:solidFill>
                      <a:srgbClr val="0F2A4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POST /api/v1/bookings/</a:t>
                      </a:r>
                    </a:p>
                    <a:p>
                      <a:r>
                        <a:t>(alias: /api/bookings/)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Create a booking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201 Created · 400 validation · 409 overlap · 502 verification failure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GET /api/v1/lsas/search/</a:t>
                      </a:r>
                    </a:p>
                    <a:p>
                      <a:r>
                        <a:t>?skills=Dyslexia,...</a:t>
                      </a:r>
                    </a:p>
                  </a:txBody>
                  <a:tcPr anchor="ctr" marL="109728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Search available LSAs by skill</a:t>
                      </a:r>
                    </a:p>
                  </a:txBody>
                  <a:tcPr anchor="ctr" marL="109728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200 OK — N+1-safe, only is_available=true</a:t>
                      </a:r>
                    </a:p>
                  </a:txBody>
                  <a:tcPr anchor="ctr" marL="109728">
                    <a:solidFill>
                      <a:srgbClr val="F6F8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POST /api/payments/webhook/</a:t>
                      </a:r>
                    </a:p>
                    <a:p>
                      <a:r>
                        <a:t>(stretch goal)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Ingest mock payment event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200 OK — confirms or cancels the linked booking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B6B73"/>
                </a:solidFill>
                <a:latin typeface="Calibri"/>
              </a:rPr>
              <a:t>Both /api/v1/bookings/ and /api/bookings/ are wired to the same view — the assignment document names the endpoint both ways in different sections, so both paths resolve rather than guessing.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BUSINESS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Double-Booking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08/15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8308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Two requests for the same LSA, overlapping times, arriving almost simultaneously — neither should both succeed.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For a free slot, there's no existing row to lock — nothing stops a second reader from seeing the same “no conflict” result before either commits.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libri"/>
              </a:rPr>
              <a:t>The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select_for_update() locks the LSAProfile row itself inside transaction.atomic().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Concurrent requests for the same LSA serialize — the 2nd blocks until the 1st commits, then re-checks fresh data.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DB-level CHECK(start_time &lt; end_time) as defense in depth.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371600"/>
            <a:ext cx="5349240" cy="4480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182880"/>
          <a:lstStyle/>
          <a:p>
            <a:pPr algn="ctr"/>
            <a:r>
              <a:rPr sz="1250">
                <a:solidFill>
                  <a:srgbClr val="D8E8EC"/>
                </a:solidFill>
                <a:latin typeface="Consolas"/>
              </a:rPr>
              <a:t>with transaction.atomic():
    locked_lsa = LSAProfile.objects.select_for_update().get(pk=lsa.pk)
    has_conflict = BookingRequest.objects.filter(
        lsa=locked_lsa,
        status__in=[PENDING, CONFIRMED],
        start_time__lt=end_time,
        end_time__gt=start_time,
    ).exists()
    if has_conflict:
        return Response({...}, status=409)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98932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B6B73"/>
                </a:solidFill>
                <a:latin typeface="Calibri"/>
              </a:rPr>
              <a:t>Overlap rule: start_time &lt; end_time AND end_time &gt; start_time — a half-open interval; adjacent bookings don't conflict.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N+1 Query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09/15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1A1F24"/>
                </a:solidFill>
                <a:latin typeface="Calibri"/>
              </a:rPr>
              <a:t>GET /api/v1/lsas/search/ returns LSAs together with their skills — a many-to-many relationship.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5349240" cy="3383280"/>
          </a:xfrm>
          <a:prstGeom prst="rect">
            <a:avLst/>
          </a:prstGeom>
          <a:solidFill>
            <a:srgbClr val="FC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3383B"/>
                </a:solidFill>
                <a:latin typeface="Calibri"/>
              </a:rPr>
              <a:t>Naive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>
                <a:solidFill>
                  <a:srgbClr val="1A1F24"/>
                </a:solidFill>
                <a:latin typeface="Calibri"/>
              </a:rPr>
              <a:t>— Fetch N matching LSAs — 1 query.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1A1F24"/>
                </a:solidFill>
                <a:latin typeface="Calibri"/>
              </a:rPr>
              <a:t>— Loop over each and read lsa.skills.all() — N more queries.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1A1F24"/>
                </a:solidFill>
                <a:latin typeface="Calibri"/>
              </a:rPr>
              <a:t>— Total: N + 1 queries.</a:t>
            </a:r>
          </a:p>
          <a:p>
            <a:pPr>
              <a:spcAft>
                <a:spcPts val="1200"/>
              </a:spcAft>
            </a:pPr>
            <a:r>
              <a:rPr sz="1450">
                <a:solidFill>
                  <a:srgbClr val="1A1F24"/>
                </a:solidFill>
                <a:latin typeface="Calibri"/>
              </a:rPr>
              <a:t>— At 50 matching LSAs → 51 round trips for one search.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48840"/>
            <a:ext cx="5349240" cy="3383280"/>
          </a:xfrm>
          <a:prstGeom prst="rect">
            <a:avLst/>
          </a:prstGeom>
          <a:solidFill>
            <a:srgbClr val="EA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D5B"/>
                </a:solidFill>
                <a:latin typeface="Calibri"/>
              </a:rPr>
              <a:t>Fix: prefetch_related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LSAProfile.objects.filter(is_available=True).prefetch_related('skills')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F24"/>
                </a:solidFill>
                <a:latin typeface="Calibri"/>
              </a:rPr>
              <a:t>— Exactly 2 queries total, regardless of 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24"/>
                </a:solidFill>
                <a:latin typeface="Calibri"/>
              </a:rPr>
              <a:t>— 1 SELECT for LSAProfile rows + 1 SELECT ... WHERE lsa_id IN (...) for all skills at once.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F24"/>
                </a:solidFill>
                <a:latin typeface="Calibri"/>
              </a:rPr>
              <a:t>— Verified by test_search_is_n_plus_one_safe via assertNumQueries(2), with 5 extra LSAs added.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External Service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10/15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>
                <a:solidFill>
                  <a:srgbClr val="1A1F24"/>
                </a:solidFill>
                <a:latin typeface="Calibri"/>
              </a:rPr>
              <a:t>— Every booking attempt makes a mock third-party verification call via requests, isolated in services/external_service.py.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A1F24"/>
                </a:solidFill>
                <a:latin typeface="Calibri"/>
              </a:rPr>
              <a:t>— Timeout and exception handling on every call, with logging on failure.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A1F24"/>
                </a:solidFill>
                <a:latin typeface="Calibri"/>
              </a:rPr>
              <a:t>— A failed or timed-out verification returns 502 Bad Gateway — the booking is never created.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1A1F24"/>
                </a:solidFill>
                <a:latin typeface="Calibri"/>
              </a:rPr>
              <a:t>— Fully covered by test_external_service.py: success, timeout, connection error, non-2xx response, and malformed JSON — all mocked via unittest.mock.patch, no real network calls in tests.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572000"/>
            <a:ext cx="11155680" cy="13716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libri"/>
              </a:rPr>
              <a:t>Why isolate it in services/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16636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B6B73"/>
                </a:solidFill>
                <a:latin typeface="Calibri"/>
              </a:rPr>
              <a:t>Keeps the view free of HTTP-client concerns and makes the failure path independently testable, without needing a live network call in the test suite.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STRETCH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Payment / Webhook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11/15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4"/>
                </a:solidFill>
                <a:latin typeface="Calibri"/>
              </a:rPr>
              <a:t>The assignment is internally inconsistent: the “Outcome” summary names a Payment entity and webhook; the itemized task list does not. Built anyway — it's a small, self-contained addition, not a prerequisite for the core deliverables.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libri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Payment is a OneToOneField to Booking_Request — at most one payment per booking, enforced at the DB level.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status: "success" → Payment.succeeded, Booking.confirmed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status: "failure" → Payment.failed, Booking.cancelled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14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libri"/>
              </a:rPr>
              <a:t>Idempotency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Uses Payment.objects.update_or_create(booking=booking, ...) instead of create().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A retried webhook event updates the existing record rather than crashing on the OneToOneField's uniqueness constraint.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A1F24"/>
                </a:solidFill>
                <a:latin typeface="Calibri"/>
              </a:rPr>
              <a:t>— Real payment gateways do retry on timeout — this needed to be idempotent by design, not by luck.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Testing, CI &amp;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12/15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17320"/>
          <a:ext cx="11155680" cy="2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046720"/>
              </a:tblGrid>
              <a:tr h="550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Test file</a:t>
                      </a:r>
                    </a:p>
                  </a:txBody>
                  <a:tcPr anchor="ctr" marL="109728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Covers</a:t>
                      </a:r>
                    </a:p>
                  </a:txBody>
                  <a:tcPr anchor="ctr" marL="109728">
                    <a:solidFill>
                      <a:srgbClr val="0F2A43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test_bookings.py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Valid booking (201), invalid payload variants (400), overlap (409), adjacent non-overlap (201), verification failure (502)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test_search.py</a:t>
                      </a:r>
                    </a:p>
                  </a:txBody>
                  <a:tcPr anchor="ctr" marL="109728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Skill filter, no filter, unmatched skill, N+1 query-count assertion</a:t>
                      </a:r>
                    </a:p>
                  </a:txBody>
                  <a:tcPr anchor="ctr" marL="109728">
                    <a:solidFill>
                      <a:srgbClr val="F6F8F9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test_external_service.py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Mock service success, timeout, connection error, non-2xx, malformed JSON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test_payments.py</a:t>
                      </a:r>
                    </a:p>
                  </a:txBody>
                  <a:tcPr anchor="ctr" marL="109728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A1F24"/>
                          </a:solidFill>
                        </a:defRPr>
                      </a:pPr>
                      <a:r>
                        <a:t>Webhook success → confirmed, webhook failure → cancelled, unknown booking_id rejected</a:t>
                      </a:r>
                    </a:p>
                  </a:txBody>
                  <a:tcPr anchor="ctr" marL="109728"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3173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A43"/>
                </a:solidFill>
                <a:latin typeface="Calibri"/>
              </a:rPr>
              <a:t>22 tests total · python manage.py test bookings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37360"/>
            <a:ext cx="11155680" cy="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F24"/>
                </a:solidFill>
                <a:latin typeface="Calibri"/>
              </a:rPr>
              <a:t>— GitHub Actions runs the full suite against a real MySQL service container on every push — no SQLite substitution anywhere, including CI.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07360"/>
            <a:ext cx="111556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43"/>
                </a:solidFill>
                <a:latin typeface="Calibri"/>
              </a:rPr>
              <a:t>Technical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737360"/>
            <a:ext cx="1115568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F24"/>
                </a:solidFill>
                <a:latin typeface="Calibri"/>
              </a:rPr>
              <a:t>README.md documents setup instructions, full API specifications (requests, responses, status codes), database relationships, and the reasoning behind every query-optimization choice.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Key Assumptions &amp;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13/15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>
                <a:solidFill>
                  <a:srgbClr val="1A1F24"/>
                </a:solidFill>
                <a:latin typeface="Calibri"/>
              </a:rPr>
              <a:t>— No authentication on any endpoint — not mentioned in the assignment; adding it would be scope creep.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1A1F24"/>
                </a:solidFill>
                <a:latin typeface="Calibri"/>
              </a:rPr>
              <a:t>— “Available” LSA = is_available boolean flag, not a computed absence of active bookings.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1A1F24"/>
                </a:solidFill>
                <a:latin typeface="Calibri"/>
              </a:rPr>
              <a:t>— Cancelled bookings don't block a time slot — only pending/confirmed bookings are checked for overlap.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1A1F24"/>
                </a:solidFill>
                <a:latin typeface="Calibri"/>
              </a:rPr>
              <a:t>— FK on_delete=CASCADE for Booking_Request → Parent/LSA_Profile, chosen for simplicity over PROTECT.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1A1F24"/>
                </a:solidFill>
                <a:latin typeface="Calibri"/>
              </a:rPr>
              <a:t>— Booking status is not client-settable at creation — always starts pending.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1A1F24"/>
                </a:solidFill>
                <a:latin typeface="Calibri"/>
              </a:rPr>
              <a:t>— Both /api/bookings/ and /api/v1/bookings/ are wired — the assignment names the path both ways.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1A1F24"/>
                </a:solidFill>
                <a:latin typeface="Calibri"/>
              </a:rPr>
              <a:t>— MySQL used throughout, including CI — the project's real .env/settings.py were already MySQL from the start.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55279" y="54864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9FB4BE"/>
                </a:solidFill>
                <a:latin typeface="Calibri"/>
              </a:rPr>
              <a:t>Shalini Hariharan  |  shalinih001@gmail.com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08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A89C"/>
                </a:solidFill>
                <a:latin typeface="Calibri"/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Future Improvements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56692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B8C8D0"/>
                </a:solidFill>
                <a:latin typeface="Calibri"/>
              </a:rPr>
              <a:t>14/15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6B73"/>
                </a:solidFill>
                <a:latin typeface="Calibri"/>
              </a:rPr>
              <a:t>LSA Service Booking Module — Shalini Hariharan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1800">
                <a:solidFill>
                  <a:srgbClr val="1A1F24"/>
                </a:solidFill>
                <a:latin typeface="Calibri"/>
              </a:rPr>
              <a:t>— Authentication/authorization on all endpoints (currently explicitly out of scope).</a:t>
            </a:r>
          </a:p>
          <a:p>
            <a:pPr>
              <a:spcAft>
                <a:spcPts val="2200"/>
              </a:spcAft>
            </a:pPr>
            <a:r>
              <a:rPr sz="1800">
                <a:solidFill>
                  <a:srgbClr val="1A1F24"/>
                </a:solidFill>
                <a:latin typeface="Calibri"/>
              </a:rPr>
              <a:t>— Pagination on GET /api/v1/lsas/search/ for large result sets.</a:t>
            </a:r>
          </a:p>
          <a:p>
            <a:pPr>
              <a:spcAft>
                <a:spcPts val="2200"/>
              </a:spcAft>
            </a:pPr>
            <a:r>
              <a:rPr sz="1800">
                <a:solidFill>
                  <a:srgbClr val="1A1F24"/>
                </a:solidFill>
                <a:latin typeface="Calibri"/>
              </a:rPr>
              <a:t>— A PATCH/cancel endpoint for parents to cancel their own bookings directly.</a:t>
            </a:r>
          </a:p>
          <a:p>
            <a:pPr>
              <a:spcAft>
                <a:spcPts val="2200"/>
              </a:spcAft>
            </a:pPr>
            <a:r>
              <a:rPr sz="1800">
                <a:solidFill>
                  <a:srgbClr val="1A1F24"/>
                </a:solidFill>
                <a:latin typeface="Calibri"/>
              </a:rPr>
              <a:t>— Replace the httpbin.org placeholder verification URL with a real vendor integration when one is chosen.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50800"/>
          </a:xfrm>
          <a:prstGeom prst="rect">
            <a:avLst/>
          </a:prstGeom>
          <a:solidFill>
            <a:srgbClr val="2EA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7D6DC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Shalini Hariharan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8D0"/>
                </a:solidFill>
                <a:latin typeface="Calibri"/>
              </a:rPr>
              <a:t>shalinih001@gmail.com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309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B8C8D0"/>
                </a:solidFill>
                <a:latin typeface="Calibri"/>
              </a:rPr>
              <a:t>github.com/Shalini0107/lsa_booking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LSA Service Booking Module</dc:title>
  <dc:subject>HabotConnect Python Backend Developer Hiring Project</dc:subject>
  <dc:creator>Shalini Hariharan</dc:creator>
  <cp:keywords/>
  <dc:description/>
  <cp:lastModifiedBy>Shalini Hariharan</cp:lastModifiedBy>
  <cp:revision>1</cp:revision>
  <dcterms:created xsi:type="dcterms:W3CDTF">2013-01-27T09:14:16Z</dcterms:created>
  <dcterms:modified xsi:type="dcterms:W3CDTF">2013-01-27T09:15:58Z</dcterms:modified>
  <cp:category/>
</cp:coreProperties>
</file>